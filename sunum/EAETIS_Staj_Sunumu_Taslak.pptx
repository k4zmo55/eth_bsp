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m_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Her elektronik cihazın bir "ağ dili" konuşması gerekir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kart ağa bağlanacaksa, veriyi doğru biçimde gönderip almasını sağlayan bir yazılım katmanına ihtiyacı vardır — buna **Ethernet sürücüsü** denir.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50008"/>
            <a:ext cx="11185855" cy="2148840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3288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E93B4"/>
                </a:solidFill>
                <a:latin typeface="Consolas"/>
              </a:rPr>
              <a:t>AĞ İLETİŞİM ZİNCİRİ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10233F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Mikrodenetleyici</a:t>
            </a:r>
          </a:p>
          <a:p>
            <a:pPr algn="ctr"/>
            <a:r>
              <a:rPr sz="950" b="0" i="0">
                <a:solidFill>
                  <a:srgbClr val="B9C6DE"/>
                </a:solidFill>
                <a:latin typeface="Calibri"/>
              </a:rPr>
              <a:t>sensör · motor · kamera…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30954" y="3497580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2356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Ethernet Sürücüsü</a:t>
            </a:r>
          </a:p>
          <a:p>
            <a:pPr algn="ctr"/>
            <a:r>
              <a:rPr sz="950" b="0" i="0">
                <a:solidFill>
                  <a:srgbClr val="5B6B80"/>
                </a:solidFill>
                <a:latin typeface="Calibri"/>
              </a:rPr>
              <a:t>"veriyi ağın anlayacağı pakete çeviren katman"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95564" y="3497580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817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Ağ / İnternet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00016"/>
            <a:ext cx="45720" cy="566928"/>
          </a:xfrm>
          <a:prstGeom prst="rect">
            <a:avLst/>
          </a:pr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700016"/>
            <a:ext cx="10984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 i="0">
                <a:solidFill>
                  <a:srgbClr val="5B6B80"/>
                </a:solidFill>
                <a:latin typeface="Calibri"/>
              </a:rPr>
              <a:t>Hazır çözümler (işletim sistemi + ağ kütüphanesi) genelde ağırdır ve her karta doğrudan taşınmaz. Görevim: hafif, taşınabilir bir sürücüyü </a:t>
            </a:r>
            <a:r>
              <a:rPr sz="1300" b="1" i="0">
                <a:solidFill>
                  <a:srgbClr val="5B6B80"/>
                </a:solidFill>
                <a:latin typeface="Calibri"/>
              </a:rPr>
              <a:t>sıfırdan</a:t>
            </a:r>
            <a:r>
              <a:rPr sz="1300" b="0" i="0">
                <a:solidFill>
                  <a:srgbClr val="5B6B80"/>
                </a:solidFill>
                <a:latin typeface="Calibri"/>
              </a:rPr>
              <a:t> yazmak.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02 · NE YAPTIM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İki parçadan oluşan bir sistem geliştirdim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Kartın içine gömülen bir kütüphane ve bilgisayardan o kartı test eden bir arayüz — ikisi aynı "dil" (E-AETIS protokolü) ile konuşuyor.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GÖMÜLÜ TARAF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Ethernet_BSP  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Register seviyesi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MAC / DMA / PHY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erişimi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RTOS yok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·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LwIP yok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ARP / ICMP / UDP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elle yazılmış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İsteğe bağlı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IAP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bootloader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MASAÜSTÜ TARAF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E-AETIS GUI  (Python / PyQt5)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UDP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üzerinden kartla konuşur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Telemetri, performans/jitter ölçümü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Hata enjeksiyonu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(fuzz testi)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Ağdan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firmware güncelleme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03 · TASARIM FELSEFESI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HAL_ETH, LwIP, FreeRTOS — bilinçli olarak yok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Amaç ürünü hızlıca çıkarmak değildi; MAC / PHY / DMA seviyesinde ne olup bittiğini görebileceğim, öngörülebilir bir sistem kurmaktı.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04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057400"/>
          <a:ext cx="11185853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3453"/>
                <a:gridCol w="4586200"/>
                <a:gridCol w="4586200"/>
              </a:tblGrid>
              <a:tr h="5181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BU PROJE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HAZIR YIĞIN (HAL + LWIP + FREERTOS)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Şeffaflık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Her register erişimi görünür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Üç kütüphanenin içine inmeden bilinmez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Bellek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Statik, malloc yok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Dinamik pbuf havuzu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Zamanlama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bağlam, deterministik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Context-switch jitter'ı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Taşınabilirlik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config, 4 MCU × 3 PHY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HAL ailelerde farklı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Kapsam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Yalnızca ARP/ICMP/UDP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TCP/DHCP/DNS hazır gelir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04 · MIMARI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01826"/>
                </a:solidFill>
                <a:latin typeface="Calibri"/>
              </a:rPr>
              <a:t>Üç bağımsız eksen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eksende yapılan değişiklik diğerlerini etkilemez — bu, yeni bir karta geçişi tek dosyalık bir işe indirir.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1830" y="2022395"/>
            <a:ext cx="1805940" cy="24831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eth_config.h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270712"/>
            <a:ext cx="0" cy="16930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4082796" y="2408015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11830" y="2451306"/>
            <a:ext cx="1805940" cy="28217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eth_device.h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MCU → yetenek eşlemesi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20147" y="2733484"/>
            <a:ext cx="1794653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5855224">
            <a:off x="2288143" y="288207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114800" y="2733484"/>
            <a:ext cx="1794652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744776">
            <a:off x="5877448" y="288207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807" y="270062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MAC seçimi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232" y="270062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PHY seçimi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662" y="2925365"/>
            <a:ext cx="3160395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102" y="2961941"/>
            <a:ext cx="297751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MAC PORT EKSENI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102" y="3108245"/>
            <a:ext cx="297751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0542" y="2925365"/>
            <a:ext cx="3160395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982" y="2961941"/>
            <a:ext cx="297751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PHY EKSENI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1982" y="3108245"/>
            <a:ext cx="297751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6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eth_port_eqos.c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H5 / H7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34602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eth_port_gmac.c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F4 / F7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1580" y="32480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984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eth_phy_lan87xx.c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LAN8720A / 8742A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6482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eth_phy_ksz80xx.c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KSZ8081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3460" y="32480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9054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6708085">
            <a:off x="1938242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264747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4891915">
            <a:off x="2615469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10242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6708085">
            <a:off x="5550122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625935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4891915">
            <a:off x="6227349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4450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eth_port.h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5638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eth_phy.h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30886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92074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95988" y="4166949"/>
            <a:ext cx="3724752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5988" y="4166949"/>
            <a:ext cx="0" cy="225742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2163984" y="436068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8662" y="4336256"/>
            <a:ext cx="6772275" cy="146732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102" y="4372832"/>
            <a:ext cx="658939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ÇEKIRDEK — DONANIMDAN BAĞIMSIZ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3711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eth_driver.c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ring + sahiplik protokolü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68265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3631311" y="465415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63315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eth_app.c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ARP / ICMP / UDP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07868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6170914" y="465415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02918" y="4505563"/>
            <a:ext cx="1185148" cy="361188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eth_iap.c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opsiyonel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989605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Kesikli ok = derleme zamanı seçimi · düz ok = çalışma zamanı kullanımı.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05 · TAŞINABILIRLIK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config dosyası, dört farklı işlemci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06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9318"/>
                <a:gridCol w="2589318"/>
                <a:gridCol w="2900036"/>
                <a:gridCol w="3107181"/>
              </a:tblGrid>
              <a:tr h="438912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MCU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ÇEKIRDEK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MAC AILESI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PORT DOSYASI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STM32H563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STM32F407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LAN8720A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66543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LAN8742A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30166" y="393192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KSZ8081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805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Yeni bir MCU eklemek =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eth_device.h</a:t>
            </a:r>
            <a:r>
              <a:rPr sz="1150" b="0" i="1">
                <a:solidFill>
                  <a:srgbClr val="5B6B80"/>
                </a:solidFill>
                <a:latin typeface="Calibri"/>
              </a:rPr>
              <a:t> içine birkaç satır. Port ve PHY dosyalarına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dokunulmaz.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06 · ÇEKIRDEK SÜRÜCÜ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Paylaşılan halka, net kurallar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8 elemanlı RX descriptor halkası (ring) — her eleman ya DMA'nın ya CPU'nun sahipliğindedir, ikisi asla aynı anda değil.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01  Zero-copy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tamponuna doğrudan yazılır — aradan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memcpy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geçmez.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02  OWN biti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CPU ve DMA aynı descriptor dizisini tek bir sahiplik bitiyle paylaşır — kesme olmadan bile veri yarışı oluşmaz.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4204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03  MPU + non-cacheable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4204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yazdığı veri CPU cache'ten değil, doğrudan bellekten okunur.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07 · UYGULAMA KATMANI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Paket işleme akışı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08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791" y="3762613"/>
            <a:ext cx="1015841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Gelen çerçeve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zero-copy (DMA)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31632" y="3920632"/>
            <a:ext cx="225743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1825371" y="3888628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57375" y="3762613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EtherType?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3909" y="3028950"/>
            <a:ext cx="620792" cy="801385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2265785">
            <a:off x="3292697" y="299694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75936" y="323876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ARP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4701" y="2859643"/>
            <a:ext cx="1467326" cy="32732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arp_handle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cache güncelle + yanıt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03909" y="4010929"/>
            <a:ext cx="620792" cy="598218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8036345">
            <a:off x="3292697" y="457714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154" y="428282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IPv4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4701" y="4439840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IP proto?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747968" y="4101226"/>
            <a:ext cx="0" cy="338614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>
            <a:off x="3715964" y="4069222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9814" y="4141731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 i="0">
                <a:solidFill>
                  <a:srgbClr val="5B6B80"/>
                </a:solidFill>
                <a:latin typeface="Consolas"/>
              </a:rPr>
              <a:t>MF=1 / offset≠0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86087" y="3819048"/>
            <a:ext cx="1523761" cy="259603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800" b="1" i="0">
                <a:solidFill>
                  <a:srgbClr val="101826"/>
                </a:solidFill>
                <a:latin typeface="Calibri"/>
              </a:rPr>
              <a:t>sessizce düşür</a:t>
            </a:r>
          </a:p>
          <a:p>
            <a:pPr algn="ctr"/>
            <a:r>
              <a:rPr sz="650" b="0" i="0">
                <a:solidFill>
                  <a:srgbClr val="5B6B80"/>
                </a:solidFill>
                <a:latin typeface="Calibri"/>
              </a:rPr>
              <a:t>reassembly yok — bilinçli kısıt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4171235" y="3762613"/>
            <a:ext cx="846535" cy="74495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2919133">
            <a:off x="4985766" y="3730609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3658" y="397242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ICMP echo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17770" y="3593306"/>
            <a:ext cx="1354455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icmp_handle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yanıt hesapla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71235" y="4699444"/>
            <a:ext cx="846535" cy="24831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6380890">
            <a:off x="4985766" y="491575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53658" y="47907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UDP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17770" y="4778454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hedef port?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4304" y="4439840"/>
            <a:ext cx="620792" cy="41762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3364212">
            <a:off x="6453092" y="440783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45718" y="453678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5000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85096" y="427053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eaetis_handle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komut dağıtımı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64304" y="5015484"/>
            <a:ext cx="620792" cy="327326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7068088">
            <a:off x="6453092" y="531080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5718" y="515757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diğer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85096" y="517350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kullanıcı callback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RegisterUDPCallback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08 · IAP BOOTLOADER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Ağ üzerinden firmware güncelleme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09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2325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1" i="0">
                <a:solidFill>
                  <a:srgbClr val="101826"/>
                </a:solidFill>
                <a:latin typeface="Calibri"/>
              </a:rPr>
              <a:t>E-AETIS GUI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83117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525690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1" i="0">
                <a:solidFill>
                  <a:srgbClr val="101826"/>
                </a:solidFill>
                <a:latin typeface="Calibri"/>
              </a:rPr>
              <a:t>STM32 Kart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46482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83117" y="2606754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6114478" y="2574750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449734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START_IAP | SIZE:n | CRC:0x..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83117" y="2888932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16200000">
            <a:off x="2051113" y="2856928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273191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IAP_READY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00939" y="3058239"/>
            <a:ext cx="4627721" cy="84653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92379" y="3094815"/>
            <a:ext cx="444484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DÖNGÜ · 512B PARÇA · EN FAZLA 3 DENEME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83117" y="345328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6114478" y="342128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329626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FW_DATA | SEQ:i | LEN:n | &lt;binary&gt;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83117" y="3735466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2051113" y="3703462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578447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ACK:i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83117" y="4186951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6114478" y="415494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299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END_IAP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9948" y="4299823"/>
            <a:ext cx="1693068" cy="293465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 i="0">
                <a:solidFill>
                  <a:srgbClr val="101826"/>
                </a:solidFill>
                <a:latin typeface="Calibri"/>
              </a:rPr>
              <a:t>CRC32 doğrula → VTOR taşı → MSP ayarla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yeni uygulamaya atla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83117" y="475130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2051113" y="471930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459428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FLASH_SUCCESS | JUMP_OK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6354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Tek banka, kimlik doğrulama yok — yalnızca CRC32 bütünlük kontrolü. Sadece izole/güvenilir ağlarda kullanılmalı.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09 · TEST ARAYÜZÜ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Geliştirdiğim arayüzle kart canlı olarak izlenip test edilir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Yedi ayrı sekme: kart verilerini izleme, bağlantı testi, performans ölçümü, arıza testi ve yazılım güncelleme.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10 / 15</a:t>
            </a:r>
          </a:p>
        </p:txBody>
      </p:sp>
      <p:pic>
        <p:nvPicPr>
          <p:cNvPr id="8" name="Picture 7" descr="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010" y="2057400"/>
            <a:ext cx="4804860" cy="32918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12280" y="2057400"/>
          <a:ext cx="487649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422"/>
                <a:gridCol w="2682072"/>
              </a:tblGrid>
              <a:tr h="411480"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SEKME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İŞLEV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Kart G/Ç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Otomatik değişken keşfi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Ping (ICMP)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Gecikme ölçümü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UDP Konsol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Serbest komut /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PHY / DMA Teşhis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Register + istatistik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Performans &amp; Jitter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min / ort / p95 / max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Hata Enjeksiyonu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Fuzz + parçalanma testi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Bootloader (IAP)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Ağdan firmware güncelleme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10 · SÜREÇ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Boş bir pencereden, ölçüm yapan bir araca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Arayüz de sürücü gibi gün gün, sekme sekme büyüdü — her yeni test yeteneği kartta çalışır hale geldikçe eklendi.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11 / 15</a:t>
            </a:r>
          </a:p>
        </p:txBody>
      </p:sp>
      <p:pic>
        <p:nvPicPr>
          <p:cNvPr id="8" name="Picture 7" descr="24_agu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9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24 Ağustos · ilk iskelet</a:t>
            </a:r>
          </a:p>
        </p:txBody>
      </p:sp>
      <p:pic>
        <p:nvPicPr>
          <p:cNvPr id="10" name="Picture 9" descr="28_agustos_perform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744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751015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28 Ağustos · canlı performans testi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11 · DOĞRULAMA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Kartın üzerinde çalıştırıp gerçek verilerle ölçtüm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"Çalışıyor gibi görünüyor" yeterli değildi — her iddiayı donanımda ölçüp kaydettim.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MDIO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MACMDIOAR register'ı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RMII seçim kodu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SBS→PMCR ETH_SEL_PHY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DMA tail pointer semantiği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DMACRXDTPR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MPU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RBAR / RLAR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Flash sektör alanı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yalnızca IAP kullanılıyorsa</a:t>
            </a:r>
          </a:p>
        </p:txBody>
      </p:sp>
      <p:pic>
        <p:nvPicPr>
          <p:cNvPr id="9" name="Picture 8" descr="28_agustos_hata_enjeksiyo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506" y="2057400"/>
            <a:ext cx="3181643" cy="210312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97880" y="42976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Kart bilerek bozuk/aşırı büyük veriyle yorulmaya çalışıldı —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çökmedi.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4754880"/>
            <a:ext cx="4892040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gecikme ort. 0.44 ms · kayıp %0 · FLASH_SUCCESS|JUMP_OK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12 · ENTEGRASYON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Başka Bir Kullanıcı Bu Projeyi Nasıl Kullanır?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ETH_CONFIG.H  ·  SEÇIM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00784"/>
            <a:ext cx="5464911" cy="2080260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01952"/>
            <a:ext cx="5062575" cy="1677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1) Hedef islemci (sadece birini birakin)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#define ETH_TARGET_STM32H563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ETH_TARGET_STM32H743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ETH_TARGET_STM32F407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2) PHY cipi (sadece birini birakin)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#define ETH_PHY_LAN8720A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ETH_PHY_LAN8742A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ETH_PHY_KSZ8081  */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146304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MAIN.C  ·  BAŞLATMA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1700784"/>
            <a:ext cx="5464911" cy="2080260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1901952"/>
            <a:ext cx="5062575" cy="1677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#include "eth_app.h"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int main(void) {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HAL_Init();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SystemClock_Config();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ETH_BSP_Init();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while (1) {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    ETH_BSP_ProcessEvents();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}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37076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ETH_DEVICE.H  ·  YENI MCU EKLEME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4820"/>
            <a:ext cx="5464911" cy="2080260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475988"/>
            <a:ext cx="5062575" cy="1677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#elif defined(ETH_TARGET_STM32F429)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#include "stm32f4xx.h"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ETH_PORT_EQOS          0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ETH_PORT_GMAC          1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ETH_HAS_DCACHE         0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ETH_RMII_VIA_SYSCFG_PMC 1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ETH_DEVICE_NAME        "STM32F429"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4037076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ETH_PHY_YENI.C  ·  YENI PHY EKLEME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4274820"/>
            <a:ext cx="5464911" cy="2080260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4475988"/>
            <a:ext cx="5062575" cy="1677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ETH_PHY_Bringup(uint8_t addr) {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/* HW+SW reset, autoneg baslat */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ETH_PHY_GetSpeedDuplex(uint8_t addr,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    uint16_t *speed, bool *fd) { ... }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ETH_PHY_SetLoopback(uint8_t a, bool e) { ... }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const char *ETH_PHY_GetName(void) {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return "YENI_PHY";</a:t>
            </a:r>
          </a:p>
          <a:p>
            <a:pPr>
              <a:spcAft>
                <a:spcPts val="100"/>
              </a:spcAft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13 · ARAÇLAR &amp; TEKNOLOJILER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projede birçok farklı teknolojiyi bir araya getirdim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Sadece C kodu yazmadım; geliştirme ortamından donanım protokollerine kadar birçok konuda uygulamalı pratik yaptım.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GELIŞTIRME ORTAMI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Araçlar &amp; İş Akışı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29626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CMake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62656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GCC &amp; Ninja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329184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STM32CubeMX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3291840"/>
            <a:ext cx="1152144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VS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DONANIM &amp; PROTOKOLLER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Nasıl Çalıştığını Öğrendiğim Katmanlar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4175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DMA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0559" y="2962656"/>
            <a:ext cx="305409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Ethernet (MAC/PHY/RMII)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84383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I2C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34175" y="329184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0559" y="3291840"/>
            <a:ext cx="795528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UART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815" y="3291840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Interrupt (NVIC)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4175" y="3621024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FreeRTOS temelleri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Bare-metal kod yazma pratiği + farklı işlemci çekirdeklerini (Cortex-M4/M7/M33) ve farklı entegreleri tek bir projede bir araya getirme deneyimi.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14 · KAZANIMLAR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Bu stajın ve projenin bana kattıkları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Eğitimle başlayıp gereksinimden teste uzanan tam bir mühendislik döngüsünü, tek bir projede kendi ellerimle tamamladım — üç boyutta öğrenme ve somut bir çıktı.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Teknik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Gömülü sistemlerde donanım-yazılım ilişkisi, ağ protokollerinin temelleri, C ile düşük seviyeli programlama ve hata ayıklama disiplini.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Mühendislik Pratiği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Gereksinim yazma, mimariyi baştan tasarlama, "her girdi düşmanca olabilir" ilkesiyle savunmacı kod yazma, sistemli test ve dokümantasyon.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4204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Kişisel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4204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Bağımsız çalışıp doğru zamanda geri bildirim alma, zaman/kapsam yönetimi, teknik bir konuyu sade anlatabilme.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staj günü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95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desteklenen MCU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21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port sözleşmesi fonksiyonu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203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malloc çağrısı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84064"/>
            <a:ext cx="308152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Savunma sanayiini yakından tanıma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12463" y="5084064"/>
            <a:ext cx="2752344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Uçtan uca doğrulama disiplini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92823" y="5084064"/>
            <a:ext cx="34107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Sıfırdan bir kütüphane yazma özgüveni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8698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Bir mühendislik sürecini baştan sona yaşadım: gereksinimden mimariye, uygulamadan donanımda doğrulamaya.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